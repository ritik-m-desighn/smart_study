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Title: Routing Protocols Overview</a:t>
            </a:r>
          </a:p>
          <a:p/>
          <a:p>
            <a:r>
              <a:t>Routing is the process of selecting paths across networks.</a:t>
            </a:r>
          </a:p>
          <a:p>
            <a:r>
              <a:t>Interior Gateway Protocols (IGP) include OSPF and RIP.</a:t>
            </a:r>
          </a:p>
          <a:p>
            <a:r>
              <a:t>Border Gateway Protocol (BGP) is the core routing protocol of the global Internet, exchanging routing information between autonomous systems.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Title: Domain Name System (DNS)</a:t>
            </a:r>
          </a:p>
          <a:p/>
          <a:p>
            <a:r>
              <a:t>DNS resolves human-friendly domain names to IP addresses.</a:t>
            </a:r>
          </a:p>
          <a:p>
            <a:r>
              <a:t>DNS uses UDP port 53 for quick lookup queries.</a:t>
            </a:r>
          </a:p>
          <a:p>
            <a:r>
              <a:t>Root name servers direct queries to Top-Level Domain (TLD) servers such as .com and .org.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